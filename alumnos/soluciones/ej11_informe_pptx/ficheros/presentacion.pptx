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Informe de cosecha</a:t>
            </a:r>
          </a:p>
          <a:p>
            <a:pPr>
              <a:defRPr sz="2800">
                <a:solidFill>
                  <a:srgbClr val="595959"/>
                </a:solidFill>
              </a:defRPr>
            </a:pPr>
            <a:r>
              <a:t>Bodega Larraz — Vendimia 2025</a:t>
            </a:r>
          </a:p>
          <a:p>
            <a:pPr>
              <a:defRPr sz="1600">
                <a:solidFill>
                  <a:srgbClr val="595959"/>
                </a:solidFill>
              </a:defRPr>
            </a:pPr>
            <a:r>
              <a:t>Asamblea de la cooperativa · Datos de la vendimia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A1F1F"/>
          </a:solidFill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La vendimia de 2025 cerró con 84.000 kg de uva recogida, un 12% menos que en 2024 (95.500 kg) por la sequía del verano.</a:t>
            </a:r>
          </a:p>
          <a:p>
            <a:pPr>
              <a:defRPr sz="2400"/>
            </a:pPr>
            <a:r>
              <a:t>Aun así, la calidad fue excelente: la graduación media subió de 12,1 a 13,4 grados Baumé.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A1F1F"/>
          </a:solidFill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Rendimiento por variedad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731520">
                <a:tc>
                  <a:txBody>
                    <a:bodyPr/>
                    <a:lstStyle/>
                    <a:p>
                      <a:r>
                        <a:rPr b="1" sz="2000"/>
                        <a:t>Variedad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2000"/>
                        <a:t>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2000"/>
                        <a:t>% del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2000"/>
                        <a:t>Graduación (Baumé)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Garnacha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41.000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13,8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Tempranillo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28.500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13,1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Graciano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9.500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13,0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000"/>
                        <a:t>Otras variedades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5.000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12,6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A1F1F"/>
          </a:solidFill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Evolución (kg totales)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71.000 kg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6517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79.500 kg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0116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6517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88.000 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116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6517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95.500 kg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2011680"/>
            <a:ext cx="192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651760"/>
            <a:ext cx="1920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595959"/>
                </a:solidFill>
              </a:defRPr>
            </a:pPr>
            <a:r>
              <a:t>84.000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/>
            </a:pPr>
            <a:r>
              <a:t>Máximo en 2024 (95.500 kg); retroceso del 12% en 2025 por la sequía.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A1F1F"/>
          </a:solidFill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Menos cantidad pero más grado: se prevé un vino estructurado con mayor potencial de crianza.</a:t>
            </a:r>
          </a:p>
          <a:p>
            <a:pPr>
              <a:defRPr sz="2400"/>
            </a:pPr>
            <a:r>
              <a:t>Se recomienda ampliar la parcela de Garnacha en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