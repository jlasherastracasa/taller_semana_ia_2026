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Ventas de la tienda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Enero – Junio · Resumen por categorías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mensual por categoría</a:t>
            </a:r>
          </a:p>
        </p:txBody>
      </p:sp>
      <p:pic>
        <p:nvPicPr>
          <p:cNvPr id="3" name="Picture 2" descr="grafico_ve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599" y="1152000"/>
            <a:ext cx="9144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Totales por categoría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40000" y="1620000"/>
          <a:ext cx="396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440000"/>
              </a:tblGrid>
              <a:tr h="5400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Categoría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Total (€)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Hogar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29.800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Textil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18.700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Bazar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14.000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TOTAL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62.500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