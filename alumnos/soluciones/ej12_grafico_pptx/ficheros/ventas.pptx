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Ventas de la tienda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Enero – Junio · Hogar, Textil y Bazar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Evolución mensual por categoría</a:t>
            </a:r>
          </a:p>
        </p:txBody>
      </p:sp>
      <p:pic>
        <p:nvPicPr>
          <p:cNvPr id="3" name="Picture 2" descr="grafico_ve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64008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Totales por categoría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86000" y="1463040"/>
          <a:ext cx="4572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731520">
                <a:tc>
                  <a:txBody>
                    <a:bodyPr/>
                    <a:lstStyle/>
                    <a:p>
                      <a:r>
                        <a:t>Categoría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Total (€)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t>Hogar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29.800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t>Textil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18.700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t>Bazar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14.000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b="1"/>
                        <a:t>TOTAL GENERAL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62.500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