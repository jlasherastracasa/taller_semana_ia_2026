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Ventas de la tienda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Calibri"/>
              </a:rPr>
              <a:t>Enero – Junio · Hogar, Textil y Bazar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Evolución mensual por categoría</a:t>
            </a:r>
          </a:p>
        </p:txBody>
      </p:sp>
      <p:pic>
        <p:nvPicPr>
          <p:cNvPr id="3" name="Picture 2" descr="lin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15600" cy="4844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Totales por categoría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Hogar   ·   29.800 €   (48%)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7293"/>
                </a:solidFill>
                <a:latin typeface="Calibri"/>
              </a:rPr>
              <a:t>Textil   ·   18.700 €   (30%)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96167"/>
                </a:solidFill>
                <a:latin typeface="Calibri"/>
              </a:rPr>
              <a:t>Bazar   ·   14.000 €   (22%)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1295C"/>
                </a:solidFill>
                <a:latin typeface="Calibri"/>
              </a:rPr>
              <a:t>Total general: 62.500 €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