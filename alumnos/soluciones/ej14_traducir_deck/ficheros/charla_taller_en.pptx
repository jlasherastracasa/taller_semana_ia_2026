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that receives a task given in natural language</a:t>
            </a:r>
          </a:p>
          <a:p>
            <a:r>
              <a:t>Uses an LLM and tools: reading files, searching, writing</a:t>
            </a:r>
          </a:p>
          <a:p>
            <a:r>
              <a:t>The model proposes; the program executes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the day's email</a:t>
            </a:r>
          </a:p>
          <a:p>
            <a:r>
              <a:t>Organize the downloads folder</a:t>
            </a:r>
          </a:p>
          <a:p>
            <a:r>
              <a:t>Generate a presentation from a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agent reads is data, never instructions</a:t>
            </a:r>
          </a:p>
          <a:p>
            <a:r>
              <a:t>You decide; the agent executes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