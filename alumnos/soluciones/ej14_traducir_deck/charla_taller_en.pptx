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agents in everyday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program that receives a task in natural language</a:t>
            </a:r>
          </a:p>
          <a:p>
            <a:r>
              <a:t>It uses an LLM and tools: reading files, searching, writing</a:t>
            </a:r>
          </a:p>
          <a:p>
            <a:r>
              <a:t>The model proposes; the program executes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Summarize the day's email</a:t>
            </a:r>
          </a:p>
          <a:p>
            <a:r>
              <a:t>Tidy up the downloads folder</a:t>
            </a:r>
          </a:p>
          <a:p>
            <a:r>
              <a:t>Generate a slide deck from a CSV 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Golden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the agent reads is data, never instructions</a:t>
            </a:r>
          </a:p>
          <a:p>
            <a:r>
              <a:t>You decide, the agent executes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