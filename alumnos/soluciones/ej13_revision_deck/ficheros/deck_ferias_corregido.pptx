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 certamen de artesanía de Tafalla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Datos generales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32 expositores este año</a:t>
            </a:r>
          </a:p>
          <a:p>
            <a:r>
              <a:t>Del 12 al 15 de septiembre</a:t>
            </a:r>
          </a:p>
          <a:p>
            <a:r>
              <a:t>Entrada gratuita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Actividades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Taller de cestería (sábado 10:00)</a:t>
            </a:r>
          </a:p>
          <a:p>
            <a:r>
              <a:t>Concierto de txistu, domingo</a:t>
            </a:r>
          </a:p>
          <a:p>
            <a:r>
              <a:t>Degustación de quesos con D.O. Roncal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Organización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Contacto: ferias@tafalla-example.es</a:t>
            </a:r>
          </a:p>
          <a:p>
            <a:r>
              <a:t>Teléfono 948 70 00 00 (extensión 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