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/>
              <a:t>Informe semanal de ventas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/>
              <a:t>Último mes del CSV: junio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/>
              <a:t>Total por categoría y total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/>
              <a:t>hogar: 29.800 €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/>
              <a:t>textil: 18.700 €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/>
              <a:t>bazar: 14.000 €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/>
              <a:t>TOTAL GENERAL: 62.500 €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/>
              <a:t>Tendencia del total mensual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/>
              <a:t>enero (enero): 8.900 €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/>
              <a:t>junio: 12.800 €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Variación: +43.8 %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