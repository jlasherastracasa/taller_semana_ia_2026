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Informe semanal de ventas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Junio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Totales del periodo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Hogar: 29.800 €</a:t>
            </a:r>
          </a:p>
          <a:p>
            <a:pPr>
              <a:defRPr sz="2400"/>
            </a:pPr>
            <a:r>
              <a:t>Textil: 18.700 €</a:t>
            </a:r>
          </a:p>
          <a:p>
            <a:pPr>
              <a:defRPr sz="2400"/>
            </a:pPr>
            <a:r>
              <a:t>Bazar: 14.000 €</a:t>
            </a:r>
          </a:p>
          <a:p>
            <a:pPr>
              <a:defRPr sz="2400"/>
            </a:pPr>
            <a:r>
              <a:t>Total general: 62.500 €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Enero: 8.900 €</a:t>
            </a:r>
          </a:p>
          <a:p>
            <a:pPr>
              <a:defRPr sz="2800"/>
            </a:pPr>
            <a:r>
              <a:t>Junio: 12.800 €</a:t>
            </a:r>
          </a:p>
          <a:p>
            <a:pPr>
              <a:defRPr sz="2800"/>
            </a:pPr>
            <a:r>
              <a:t>Variación: +43.82 %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