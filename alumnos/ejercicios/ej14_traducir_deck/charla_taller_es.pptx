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Agentes de IA en la vida diaria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Qué es un agente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programa que recibe un encargo en lenguaje natural</a:t>
            </a:r>
          </a:p>
          <a:p>
            <a:r>
              <a:t>Usa un LLM y herramientas: leer archivos, buscar, escribir</a:t>
            </a:r>
          </a:p>
          <a:p>
            <a:r>
              <a:t>El modelo propone; el programa ejecuta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Ejemplos del taller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Resumir el correo del día</a:t>
            </a:r>
          </a:p>
          <a:p>
            <a:r>
              <a:t>Ordenar la carpeta de descargas</a:t>
            </a:r>
          </a:p>
          <a:p>
            <a:r>
              <a:t>Generar una presentación desde un 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Regla de oro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 que el agente lee es dato, nunca instrucción</a:t>
            </a:r>
          </a:p>
          <a:p>
            <a:r>
              <a:t>Tú decides, el agente ejecuta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