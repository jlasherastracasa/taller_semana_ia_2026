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certamen de artesaNIA de Tafalla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 generales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32 expositores este año</a:t>
            </a:r>
          </a:p>
          <a:p>
            <a:r>
              <a:t>Del 12 al 15 de SEPTIEMBRE</a:t>
            </a:r>
          </a:p>
          <a:p>
            <a:r>
              <a:t>entrada gratuita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taller de cesteria (sabado 10:00)</a:t>
            </a:r>
          </a:p>
          <a:p>
            <a:r>
              <a:t>CONCIERTO de txistu , domingo</a:t>
            </a:r>
          </a:p>
          <a:p>
            <a:r>
              <a:t>Degustación de quesos con D.O. Roncal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Contacto: ferias@tafalla-example.es</a:t>
            </a:r>
          </a:p>
          <a:p>
            <a:r>
              <a:t>Telefono 948 70 00 00  (extension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