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Haz el ejercicio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ejecuta el encargo en una carpeta de trabajo de tu portátil.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 por perfil, wiki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portátil en cinco minutos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3.10+, Node 18+ y la clave que os damos en clase. Paso a paso en la wiki: «Instalar Python» y «Primeros pasos»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Descarga el kit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taller_semana_ia_2026/alumnos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Instala el agente y las bibliotecas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.venv &amp;&amp; . .venv/bin/activate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Tu clave, en un fichero que nunca se comparte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Comprueba y empieza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comprobar_entorno.sh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taller.py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clave va en .env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 solo lleva {env:…}. Nunca la pegues en un chat. Wiki: «Variables de entorno».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--standalone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2 usa un servicio en segundo plano que no ve tu .env. taller.py ya lo pone.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Python o sin Node?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«Instalar Python»: Windows (winget), Mac (brew) y Linux (apt). En Windows, py en vez de python3.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justo de teoría para entender por qué acierta, por qué falla y cómo se controla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36008" y="269748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
</a:t>
            </a:r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GLM-5.3-Flash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shell, web, MCP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4178808" y="48920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379976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20659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093208" y="4983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al., 2023 · 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Acaba cuando el modelo quiere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en directo:  python3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 (F.1)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seis piezas que vas a configurar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pruebas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834640"/>
                <a:gridCol w="3063240"/>
                <a:gridCol w="2377440"/>
                <a:gridCol w="914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deny, con patrones; gana la ÚLTIMA regla que coincide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"question":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"*| sh*":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 "crontab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orden importa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«*: allow» al final anula todos los deny anteriores (ejercicio F.8).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 un cinturón, no una jaula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"shutil.rmtree(…)" no lo para ningún patrón. Para aislar de verdad: un contenedor.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ask = decides tú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en «opencode run» la pregunta se queda colgada: usa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 lo decide el modelo: el EJ 06 no escribió el fichero, el EJ 07 se inventó «nula», el EJ 12 no puso los totales.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1984248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1984248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02920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medias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74" name="Text 71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75" name="Text 7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81" name="Text 78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82" name="Text 7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86" name="Shape 83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88" name="Text 85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89" name="Text 86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0" name="Shape 87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92" name="Shape 89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94" name="Shape 91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98" name="Shape 95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de las dos rondas de validación (septiembre y octubre de 2026)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Mató un proceso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«bash» permitido y el puerto ocupado, el encargo «arranca el servidor» acabó con el agente matando el proceso de otro programa para liberar el puerto.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kit prohíbe kill, pkill y killall, y el encargo pide «timeout 60» y «no mates ningún proceso».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«Listo.»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20 · EJ 06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script vacío y «Listo». Un resumen en pantalla sin crear el fichero. Una revisión de código sin el informe. Una configuración perfecta con el informe olvidado.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«He terminado» no es una prueba. Lo que no se comprueba, no se hace: por eso existe comprobar.py.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Escribió fuera de su carpeta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script, opencode tomó la carpeta de la variable PWD (la del repositorio) y no la del proceso. Los agentes crearon ficheros en el repositorio del taller y uno modificó una solución.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fija PWD y se niega a trabajar dentro del kit. Trabaja siempre en copias.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suelo se mueve: opencode 1.18 → 2.0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en segundo plano que no ve tu .env, «run --command» eliminado, tools propias solo vía MCP, una tool nueva que bloquea el modo «run» y el SDK de MCP renombrado.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valida antes de cada taller y comprueba la documentación: también estaba desactualizada.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Comprobadores objetivos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existen, cifras que cuadran con los datos, tests que pasan, el original intacto, nada escuchando en el puerto.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pass@k frente a pass^k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salga bien alguna vez no es que salga bien siempre. Con un 80 % por intento, cinco seguidos bien es un 33 %.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has gastado en cada encargo y cuánto costaría en OpenRouter.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5212080"/>
            <a:ext cx="11109960" cy="777240"/>
          </a:xfrm>
          <a:prstGeom prst="roundRect">
            <a:avLst>
              <a:gd name="adj" fmla="val 16471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09-10-2026: 35 de 38 ejercicios cumplen el criterio con el encargo mejorado. Los que fallan, fallan por motivos reales y documentados.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09-10-2026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565.225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0,0900 $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516.650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0,0845 $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279.249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226.139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0,0134 $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0,0062 $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0,0125 $ · media 0,019 $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0,65 $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DECIR «HOLA»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8.000 tokens de entrada (instrucciones y definiciones de tools)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503920" y="1371600"/>
            <a:ext cx="29260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del taller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2026-10-09T08:28:03Z</dcterms:created>
  <dcterms:modified xsi:type="dcterms:W3CDTF">2026-10-09T08:28:03Z</dcterms:modified>
</cp:coreProperties>
</file>