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image" Target="../media/image-3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14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Dale el encargo al agente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opencode en tu carpeta, pega el encargo y míralo trabajar.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4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la wiki (instalar, modo interactivo, plan B) y estas diapositivas.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Demos en directo y prácticas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ejercicios los hago yo en el proyector; el resto los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 en directo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160020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el profesor. Tú miras, preguntas y, si quieres, lo repites después.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68680" y="31089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 El bucle ReAct en 70 líneas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F.1  Function calling: el modelo pide, tu programa ejecuta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F.3  Comandos: el encargo de todos los lunes en una palabra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F.4  Skills: recetas que el agente carga cuando las necesita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01  Una web personal en un solo archivo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217920" y="1874520"/>
            <a:ext cx="5440680" cy="4069080"/>
          </a:xfrm>
          <a:prstGeom prst="roundRect">
            <a:avLst>
              <a:gd name="adj" fmla="val 3146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86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6948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57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26948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haces tú, a tu ritmo, en clase o en casa.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537960" y="3108960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33 ejercicios.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atascas o algo no cuadra, pregúntame: para eso estoy.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 para todos: EJ 10, la prueba de seguridad.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548640" y="6035040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web y en «python taller.py», los ejercicios de demo llevan el icono de la cámara.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plan de hoy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horas: lo que hago yo en directo y lo que hacéis vosotros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1051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1051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17:00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783080" y="18105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Bienvenida y preparar el ordenador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126480" y="181051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entorno · la clave de clase con el PIN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35915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17:15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1783080" y="23591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126480" y="23591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exprés: 5 minutos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290779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29077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17:20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1783080" y="290779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agente, pieza a pieza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26480" y="290779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DEMOS: F.0 bucle · F.1 tools · F.3 comandos · F.4 skills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5643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45643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17:55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1783080" y="345643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trabaja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126480" y="345643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EJ 01 en modo interactivo, de principio a fin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00507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00507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18:05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1783080" y="400507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Descanso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6126480" y="400507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minutos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55371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31520" y="455371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18:10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1783080" y="45537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Prácticas: cada cual su itinerario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126480" y="455371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vuestro ritmo. Yo paseo y resuelvo dudas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48640" y="510235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731520" y="510235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19:10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1783080" y="51023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seguridad, juntos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6126480" y="51023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10: ¿quién ha caído en la trampa?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548640" y="5650992"/>
            <a:ext cx="1110996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731520" y="5650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19:25</a:t>
            </a:r>
            <a:endParaRPr lang="en-US" sz="1900" dirty="0"/>
          </a:p>
        </p:txBody>
      </p:sp>
      <p:sp>
        <p:nvSpPr>
          <p:cNvPr id="38" name="Text 35"/>
          <p:cNvSpPr/>
          <p:nvPr/>
        </p:nvSpPr>
        <p:spPr>
          <a:xfrm>
            <a:off x="1783080" y="565099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y cierre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6126480" y="565099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reales, tu nivel, el lunes y la valoración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4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4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ordenador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 o Mac. Sin GPU y sin clave: el modelo gratuito de opencode funciona sin cuenta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(PowerShell)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Python.Python.3.12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OpenJS.NodeJS.LTS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-e --id Git.Git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…cierra PowerShell y abre otra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taller_semana_ia_2026\alumnos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@opencode/cli@2.0.19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 -m venv .venv; .venv\Scripts\Activate.ps1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-r requirements.txt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entorno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Linux y Mac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 con apt o brew, y «. .venv/bin/activate». Paso a paso en la wiki: «Instalar».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¿Y el modelo?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clave: el gratuito de opencode. En clase: la clave con PIN (diapositiva 8). ¿Se agota? /models y otro «Free».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¿No puedes instalar?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Codespaces en el navegador, en pareja o «en seco». Wiki: «Plan B».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Así se trabaja: opencode en modo interactivo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órdenes y una pantalla en la que conversas con el agente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empezar ej24     # prepara tu carpeta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abrir ej24       # abre opencode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pega el encargo y pulsa Enter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mira qué lee, qué escribe y qué ejecuta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corrígele: «te has olvidado de…»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Ctrl+C (caja vacía) para salir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comprobar ej24   # ¿lo ha hecho?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F.0 y F.1 no usan opencode: se ejecutan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taller.py ejecutar f1 fc_calculadora.py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0" y="1874520"/>
            <a:ext cx="480060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TECLAS QUE NECESITAS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086600" y="237744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915400" y="2377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el encargo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086600" y="2953512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29535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915400" y="2953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interrumpe al agente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86600" y="3529584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5295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15400" y="35295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(con la caja vacía)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86600" y="4105656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1056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915400" y="410565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(hace) ↔ Plan (solo propone)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086600" y="4681728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46817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915400" y="46817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/models, /new, /exit…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086600" y="5257800"/>
            <a:ext cx="1691640" cy="420624"/>
          </a:xfrm>
          <a:prstGeom prst="roundRect">
            <a:avLst>
              <a:gd name="adj" fmla="val 17391"/>
            </a:avLst>
          </a:prstGeom>
          <a:solidFill>
            <a:srgbClr val="EFEDE7"/>
          </a:solidFill>
          <a:ln w="9525">
            <a:solidFill>
              <a:srgbClr val="E2DED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86600" y="525780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required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8915400" y="52578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once · Always allow · Reject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Clave de clase: GLM-5.3-Flash para todos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Opcional: más rápido y fiable que el gratuito. Se ve en la web con el PIN que digo en clase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66160" cy="416052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03120"/>
            <a:ext cx="2926080" cy="2926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5120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Escanéalo o abre la dirección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48640" y="5440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…github.io/taller_semana_ia_2026/#/clave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389120" y="1874520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72000" y="1874520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5120640" y="196596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Abre la página en el portátil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120640" y="23134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jlasherastracasa.github.io/taller_semana_ia_2026/#/clave (mejor que en el móvil: así la copias directamente).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389120" y="2944368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4572000" y="2944368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5120640" y="303580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PIN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512064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digo en voz alta y está en la pizarra. Pulsa «Ver la clave».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389120" y="4014216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4572000" y="4014216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5120640" y="410565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Pégala en alumnos/.env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5120640" y="44531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la línea OPENROUTER_API_KEY=… y sustituye la que hay en tu .env (copia .env.example si no lo tienes).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389120" y="5084064"/>
            <a:ext cx="7269480" cy="941832"/>
          </a:xfrm>
          <a:prstGeom prst="roundRect">
            <a:avLst>
              <a:gd name="adj" fmla="val 135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4572000" y="5084064"/>
            <a:ext cx="4572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5120640" y="5175504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5120640" y="5522976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entorno → tiene que decir openrouter/z-ai/glm-5.3-flash. También vale para F.0 y F.1.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¿Sin portátil o sin poder instalar? Plan 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se queda sin hacer el taller. Paso a paso en la wiki: «Plan B»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Instalar sin administrador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«solo para mí», Node en .zip y el kit descargado en tu carpeta. Sirve en muchos ordenadores de aula.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GitHub Codespaces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ya instalado, en el navegador: Code → Codespaces → Create. Solo necesitas una cuenta gratuita de GitHub.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En pareja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quien tenga el kit funcionando: uno escribe, el otro lee en voz alta y decide qué se aprueba.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 · «En seco»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encargo y lo que hizo el agente (soluciones/) y revísalo tú con el criterio.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hemos llegado aquí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Setenta años de inteligencia artificial en cinco minutos, y lo justo de teoría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las reglas al aprendizaje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1950-2016 · durante décadas, la inteligencia se escribía a mano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1950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Turing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«¿Pueden pensar las máquinas?» Propone una prueba: si no distingues a la máquina de una persona conversando…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1956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Nace el nombre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taller de verano en Dartmouth (EE. UU.) se acuña «inteligencia artificial».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1966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ELIZA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chatbot: reglas que devuelven tus frases como preguntas. Mucha gente creyó que la entendía.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1980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Sistemas expertos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reglas «si… entonces…» escritas por especialistas. Caros de mantener y frágiles fuera de su tema.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1997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Deep Blue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 Kaspárov al ajedrez calculando 200 millones de jugadas por segundo. Fuerza bruta, no aprendizaje.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2012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Aprendizaje profundo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neuronal (AlexNet) aprende sola a reconocer imágenes con millones de ejemplos y tarjetas gráficas.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AlphaGo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al go, con más posiciones posibles que átomos en el universo. Aprendió jugando contra sí mismo.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 cambio: en vez de escribir las reglas, se aprenden de los datos.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HEMOS LLEGADO AQUÍ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los transformers a los agentes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2017-2026 · en menos de diez años, de predecir palabras a actuar en tu ordenador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12848"/>
            <a:ext cx="11109960" cy="0"/>
          </a:xfrm>
          <a:prstGeom prst="line">
            <a:avLst/>
          </a:prstGeom>
          <a:noFill/>
          <a:ln w="25400">
            <a:solidFill>
              <a:srgbClr val="E4B8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20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2017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8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Transformer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58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«Attention is all you need»: una forma de red que mira todo el texto a la vez. Es la T de GPT.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820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48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2020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148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258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GPT-3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2258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con cientos de miles de millones de palabras: escribe, traduce y resume si le das ejemplos.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4211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490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7490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38587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ChatGPT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38587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enseña a conversar con valoraciones de personas. Cien millones de usuarios en dos meses.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213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492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2022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3492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589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589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propone que el modelo piense y actúe en bucle, mirando el resultado. La base de los agentes.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215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2023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9494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0591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70591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 aprenden a pedir herramientas en un formato que un programa entiende y ejecuta.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2217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496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2024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85496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593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</a:t>
            </a:r>
            <a:endParaRPr lang="en-US" sz="1550" dirty="0"/>
          </a:p>
        </p:txBody>
      </p:sp>
      <p:sp>
        <p:nvSpPr>
          <p:cNvPr id="38" name="Text 35"/>
          <p:cNvSpPr/>
          <p:nvPr/>
        </p:nvSpPr>
        <p:spPr>
          <a:xfrm>
            <a:off x="86593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para conectar herramientas a cualquier agente: el USB de la IA.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0821924" y="2130552"/>
            <a:ext cx="164592" cy="164592"/>
          </a:xfrm>
          <a:prstGeom prst="ellipse">
            <a:avLst/>
          </a:prstGeom>
          <a:solidFill>
            <a:srgbClr val="B8862B"/>
          </a:solidFill>
          <a:ln w="25400">
            <a:solidFill>
              <a:srgbClr val="F6F5F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149840" y="17830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2025-26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10149840" y="2468880"/>
            <a:ext cx="1508760" cy="274320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10259568" y="2560320"/>
            <a:ext cx="12893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Agentes en tu terminal</a:t>
            </a:r>
            <a:endParaRPr lang="en-US" sz="1550" dirty="0"/>
          </a:p>
        </p:txBody>
      </p:sp>
      <p:sp>
        <p:nvSpPr>
          <p:cNvPr id="43" name="Text 40"/>
          <p:cNvSpPr/>
          <p:nvPr/>
        </p:nvSpPr>
        <p:spPr>
          <a:xfrm>
            <a:off x="10259568" y="3154680"/>
            <a:ext cx="12893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Codex, opencode: leen, escriben y ejecutan en tu ordenador, con tus permisos.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548640" y="5394960"/>
            <a:ext cx="11109960" cy="685800"/>
          </a:xfrm>
          <a:prstGeom prst="roundRect">
            <a:avLst>
              <a:gd name="adj" fmla="val 18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3949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agente de verdad en tu portátil, con un modelo gratuito o que cuesta un céntimo por tarea.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es un modelo de lenguaje?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programa que, dado un texto, calcula cuál es la palabra siguiente más probable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«La capital de Navarra es…»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296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Pamplona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240280" y="2816352"/>
            <a:ext cx="3066898" cy="310896"/>
          </a:xfrm>
          <a:prstGeom prst="roundRect">
            <a:avLst>
              <a:gd name="adj" fmla="val 17647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8618" y="2743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3401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Iruña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240280" y="3474720"/>
            <a:ext cx="320954" cy="310896"/>
          </a:xfrm>
          <a:prstGeom prst="roundRect">
            <a:avLst>
              <a:gd name="adj" fmla="val 17647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52674" y="34015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2960" y="4059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240280" y="4133088"/>
            <a:ext cx="106985" cy="310896"/>
          </a:xfrm>
          <a:prstGeom prst="roundRect">
            <a:avLst>
              <a:gd name="adj" fmla="val 51282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38705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2960" y="47183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2240280" y="4791456"/>
            <a:ext cx="73152" cy="310896"/>
          </a:xfrm>
          <a:prstGeom prst="roundRect">
            <a:avLst>
              <a:gd name="adj" fmla="val 75000"/>
            </a:avLst>
          </a:prstGeom>
          <a:solidFill>
            <a:srgbClr val="B9C8D3"/>
          </a:solidFill>
          <a:ln w="12700">
            <a:solidFill>
              <a:srgbClr val="B9C8D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03043" y="47183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2296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 inventadas, para ilustrar la idea.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Tokens, no palabras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y escribe trozos: «Pamplona» puede ser «Pam» + «plona». Un token es unos ¾ de palabra.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palabra cada vez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 párrafo repite la predicción, token a token. Por eso ves el texto aparecer poco a poco.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consulta nada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busca en internet ni en una base de datos: responde con lo que aprendió. Para datos reales, herramientas.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¿Cómo aprende un modelo?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 mucho a responder bien, en cuatro fases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3716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Preentrenamiento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777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billones de palabras (webs, libros, código) intentando adivinar la siguiente. Aprende idiomas, datos del mundo y algo de razonamiento.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12724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364992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593592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4187952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93592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Ajuste con instrucciones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3593592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ejemplos de pregunta y buena respuesta. Aprende a comportarse como un asistente.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94360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6181344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09944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7004304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PREFERIR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409944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Valoraciones humanas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6409944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comparan respuestas y eligen la mejor (RLHF). Aprende a ser útil, claro y prudente.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75995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8997696" y="1874520"/>
            <a:ext cx="2606040" cy="3429000"/>
          </a:xfrm>
          <a:prstGeom prst="roundRect">
            <a:avLst>
              <a:gd name="adj" fmla="val 491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26296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820656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226296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Razonar y usar herramientas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226296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entrena a «pensar» antes de responder y a pedir herramientas. Es lo que hace posible un agente.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21538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548640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1 cuesta meses y millones de euros. Hoy no entrenamos nada: usamos modelos ya entrenados (GLM-5.3-Flash o uno gratuito).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contexto: lo que el modelo tiene delante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memoria de trabajo, y la causa de muchos de sus errores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CONTEXTO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3774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de opencode y lista de herramientas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" y="292608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y descripciones de las skills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" y="347472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B8862B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encargo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402336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ha leído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45720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72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las órdenes que ha ejecutado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77240" y="512064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EFEDE7"/>
          </a:solidFill>
          <a:ln w="12700">
            <a:solidFill>
              <a:srgbClr val="EF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5120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respuestas anteriores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77240" y="5669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mucho (unas 200.000 palabras en GLM-5.3-Flash), pero no infinito.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78484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Todo cuenta y todo cuesta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7498080" y="233172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lee entra en el contexto, y en cada paso del bucle se vuelve a enviar entero. Se paga en tokens.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583680" y="329184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8484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lee, lo puede creer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7498080" y="37490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correo trae órdenes, están en el mismo sitio que las tuyas: es la inyección de prompt (EJ 10).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6583680" y="470916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78484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equivoca con seguridad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7498080" y="516636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lo probable, no lo verdadero: a veces inventa y suma mal. Por eso le pedimos scripts y lo comprobamos.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piezas de un agente, una a una, cada una con su ejercicio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36008" y="233172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4636008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«cerebro»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AGENTS.md, skills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ejecutar, web, MCP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9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3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4178808" y="5257800"/>
            <a:ext cx="38404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379976" y="54178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549494"/>
            <a:ext cx="285293" cy="28529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7"/>
          <p:cNvSpPr/>
          <p:nvPr/>
        </p:nvSpPr>
        <p:spPr>
          <a:xfrm>
            <a:off x="5093208" y="571500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cuando él quiere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 python taller.py ejecutar f0 react_min.py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Pruébalo: python taller.py ejecutar f1 fc_calculadora.py --sin-modelo "9**9**9"</a:t>
            </a:r>
            <a:endParaRPr lang="en-US" sz="15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fichero de texto con instrucciones que el agente lee siempre, sin que se las repitas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Reglas del proyecto · Club de Montaña Andía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Estilo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Escribe en castellano y tutea a los socios.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Máximo 150 palabras por aviso.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Nada de emojis.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Fechas siempre en formato dd/mm/aaaa.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Estructura de un aviso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Título que empiece por «Aviso:».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Sección «Qué llevar:».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Firma exacta: «Junta del Club Andía».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Límites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inventes datos que no estén en los ficheros.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Dónde va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carpeta del proyecto, con el nombre AGENTS.md. opencode lo lee al empezar cada conversación.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tono, firma y lo que nunca debe hacer. Como las normas que le das a alguien que empieza.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normas: emojis y una firma inventada. Con normas: las cumple… casi todas. Compruébalo siempre.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Comandos: un encargo guardado con nombre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pides cada semana, en una palabra: /informe-semanal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03504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57784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.opencode/commands/informe-semanal.md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Genera el informe semanal de ventas (pptx)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Lee datos/ventas_tienda.csv.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 informe_semanal.pptx con EXACTAMENTE 3 diapositivas: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Portada  2. Totales  3. Tendencia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CRITERIO: abre el pptx, cuenta las diapositivas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comprueba que los totales cuadran.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Indicaciones extra: $ARGUMENTS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187452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5916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0842" y="237195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772400" y="19659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usa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772400" y="23317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interactivo escribe / y elige el comando. Con argumentos: /resumen-mes junio.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0" y="329184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5916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2" y="37892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400" y="338328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772400" y="37490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todo el equipo pida lo mismo, igual, sin copiar y pegar. Se guarda junto al proyecto.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858000" y="4709160"/>
            <a:ext cx="48006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05916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842" y="5206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72400" y="480060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Solo en interactivo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772400" y="516636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opencode 2 no se pueden lanzar con «opencode run». Otra razón para el modo interactivo.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Skills: recetas que el agente carga cuando las necesita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un manual en la estantería: solo lee el título hasta que le hace falta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18745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1325880" y="19842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ve el nombre y la descripción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325880" y="23774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acta-reunion: «Redacta el acta oficial de una reunión… Úsala siempre que te pidan un acta».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2461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2461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1325880" y="33558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el encargo encaja, la carga entera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325880" y="37490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Encargo: «Haz el acta de la reunión». No nombra la skill, pero el agente la reconoce: → Skill «acta-reunion».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667512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1520" y="4617720"/>
            <a:ext cx="457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1325880" y="472744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Sigue la receta y usa sus scripts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1325880" y="51206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con el formato exacto y ejecuta validar_acta.py hasta que dice «ACTA VÁLIDA».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8080" y="1874520"/>
            <a:ext cx="4160520" cy="3950208"/>
          </a:xfrm>
          <a:prstGeom prst="roundRect">
            <a:avLst>
              <a:gd name="adj" fmla="val 324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26680" y="2057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¿Comando o skill?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7726680" y="26060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pides tú, escribiendo /nombre.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elige el agente, según su descripción.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.opencode/skills/acta-reunion/SKILL.md (+ sus scripts)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MCP: enchufar herramientas nuevas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estándar abierto (2024) para conectar programas a cualquier agente: el USB de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 · F.5 · F.6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opencode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Servidor MCP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suma_columna · dias_habiles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Tus datos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CSV, un calendario, una base de datos…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opencode.json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"taller-tools":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"local",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"command": ["python", "mcp_server.py"]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 que el modelo hace mal (contar días hábiles con festivos) o no puede (tus sistemas).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opencode 2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tools MCP se buscan en un catálogo y se llaman desde la tool «execute».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Cuidado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servidor MCP es código que se ejecuta en tu ordenador: solo de fuentes de confianza.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Subagentes: un agente que ayuda a otro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principal delega una parte del trabajo en otro agente, con sus propias normas y permisos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152583" y="310896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152583" y="310896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 · F.7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nota_prensa.md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56032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288036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7180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Revisor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97180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lee y opina: no puede editar ni ejecutar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92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212080" y="1965960"/>
            <a:ext cx="201168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303520" y="2057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03520" y="2514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las correcciones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611880"/>
            <a:ext cx="6629400" cy="2377440"/>
          </a:xfrm>
          <a:prstGeom prst="roundRect">
            <a:avLst>
              <a:gd name="adj" fmla="val 4615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758184"/>
            <a:ext cx="617220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.opencode/agents/revisor.md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Revisor de textos. Solo lee y opina; no edita.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mode: subagent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edit: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bash: deny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452360" y="187452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535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202" y="237195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366760" y="19659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</a:t>
            </a:r>
            <a:endParaRPr lang="en-US" sz="1900" dirty="0"/>
          </a:p>
        </p:txBody>
      </p:sp>
      <p:sp>
        <p:nvSpPr>
          <p:cNvPr id="27" name="Text 23"/>
          <p:cNvSpPr/>
          <p:nvPr/>
        </p:nvSpPr>
        <p:spPr>
          <a:xfrm>
            <a:off x="8366760" y="233172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papeles: quien hace y quien revisa. El revisor no puede «arreglar» nada a escondidas.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7452360" y="329184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7653528" y="36576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202" y="3789274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66760" y="3383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 al probarlo</a:t>
            </a:r>
            <a:endParaRPr lang="en-US" sz="1900" dirty="0"/>
          </a:p>
        </p:txBody>
      </p:sp>
      <p:sp>
        <p:nvSpPr>
          <p:cNvPr id="32" name="Text 27"/>
          <p:cNvSpPr/>
          <p:nvPr/>
        </p:nvSpPr>
        <p:spPr>
          <a:xfrm>
            <a:off x="8366760" y="3749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Lanzó redactor y revisor a la vez, y el revisor leyó una versión vieja. Hasta los agentes necesitan orden.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7452360" y="4709160"/>
            <a:ext cx="42062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7653528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202" y="5206594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366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1900" dirty="0"/>
          </a:p>
        </p:txBody>
      </p:sp>
      <p:sp>
        <p:nvSpPr>
          <p:cNvPr id="37" name="Text 31"/>
          <p:cNvSpPr/>
          <p:nvPr/>
        </p:nvSpPr>
        <p:spPr>
          <a:xfrm>
            <a:off x="8366760" y="5166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al revisor «borra nota_prensa.md»: no puede.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piezas, de un vistazo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ves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2971800"/>
                <a:gridCol w="2377440"/>
                <a:gridCol w="1188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 (demo)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respuestas posibles para cada acción: sí, pregunta o no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152583" y="310896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152583" y="310896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 · F.8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"taskkill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"crontab *": "ask", "schtasks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allow · ask · deny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· te pregunta («Permission required») · prohibido. En el kit: lo habitual sí, lo irreversible no.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Gana la última regla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«*: allow» va primero. Puesto al final, anularía todos los «deny» (ejercicio F.8).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cinturón, no una jaula</a:t>
            </a:r>
            <a:endParaRPr lang="en-US" sz="1900" dirty="0"/>
          </a:p>
        </p:txBody>
      </p:sp>
      <p:sp>
        <p:nvSpPr>
          <p:cNvPr id="26" name="Text 20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-c "shutil.rmtree(…)" no lo para ningún patrón. Para aislar de verdad: un contenedor.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pides, lo decide el modelo: no guardó el fichero (EJ 06), se inventó valores (EJ 07), no puso los totales (EJ 12).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Descanso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822960" y="2194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 minutos · volvemos a las 18:10 con las prácticas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da tiempo: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la clave de clase en tu .env (PIN en la pizarra)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python taller.py entorno → «0 cosa(s) por arreglar»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elige tu perfil en la web y tu primer ejercicio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Bandeja, respuestas y cartas · 6 ejercicios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4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32688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57600" y="1984248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0" y="19842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57600" y="2606040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57600" y="260604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737360" y="369417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657600" y="3849624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657600" y="384962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737360" y="43159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3657600" y="4471416"/>
            <a:ext cx="475488" cy="256032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657600" y="4471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59" name="Text 56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64" name="Text 61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69" name="Text 66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74" name="Text 71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200" dirty="0"/>
          </a:p>
        </p:txBody>
      </p:sp>
      <p:sp>
        <p:nvSpPr>
          <p:cNvPr id="75" name="Text 72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82" name="Shape 7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mirar: ¿algún borrador va dirigido a steals@datos-fake.com? ¿Te ha avisado el agente de la trampa? Luego, python taller.py comprobar ej10.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salieron mal mientras preparábamos el taller, contadas en sencillo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agente cerró un programa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pedimos arrancar una pequeña web. El «puerto» que necesitaba lo usaba otro programa, y el agente lo cerró a la fuerza para quedarse con él.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Quería cumplir el encargo y nadie le había dicho que eso no se hace. Tenía permiso para ejecutar cualquier orden.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programas está prohibido en el kit (kill, taskkill…). Y el encargo dice: «si está ocupado, usa otro; no cierres nada».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Dijo «Listo»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20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Contestó «Listo» con un script vacío. Enseñó un resumen en pantalla sin guardar el fichero. Hizo una configuración perfecta y olvidó el informe.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para cuando él cree que ha terminado, no cuando está bien. Y suena igual de seguro cuando acierta que cuando falla.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tiene un comprobador. El encargo dice qué fichero entregar y pide comprobarlo al final.</a:t>
            </a:r>
            <a:endParaRPr lang="en-US" sz="1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Trabajó en la carpeta equivocada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programa, el agente trabajó en la carpeta del taller en vez de en la suya, y llegó a modificar una de las soluciones.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decide dónde trabaja mirando una variable del sistema (PWD), no la carpeta desde la que lo arrancas.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una copia de cada ejercicio y le dice al agente dónde trabajar. La regla: trabaja siempre en copias.</a:t>
            </a:r>
            <a:endParaRPr lang="en-US" sz="1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funcionaba dejó de funcionar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1.18 → 2.0, 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Salió opencode 2 y cambiaron cinco cosas a la vez. Varios ejercicios dejaron de funcionar de un día para otro.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agentes cambian casi cada semana. Hasta su documentación oficial estaba desactualizada.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kit fija la versión (2.0.19) y todos los ejercicios se vuelven a probar antes del taller.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Mismo encargo, distinto resultado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Revalidación del 11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957255" y="5029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874" y="656539"/>
            <a:ext cx="332842" cy="33284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encargo salió bien con un modelo y mal con otro. Y con el mismo modelo, bien unas veces y mal otras: se saltaba un apartado que le pedíamos.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457200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57200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elige palabras probables, con algo de azar. Un encargo con huecos deja sitio a ese azar.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hacemos ahora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8321040" y="27432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Encargos con lo que hay que entregar numerado, y medir: repetir el mismo encargo varias veces (F.9).</a:t>
            </a:r>
            <a:endParaRPr lang="en-US" sz="1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Comprobar, no opinar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4290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pequeño programa mira si existe el fichero, si las cifras cuadran con los datos y si el original sigue intacto.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vez no es siempre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4290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sale bien 8 de cada 10 veces, que salga bien 5 veces seguidas solo pasa 1 de cada 3. Se llama pass^k (F.9).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41148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4290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 gastado. Con el modelo gratuito: 0 €. Con GLM en OpenRouter: ≈ 1 céntimo.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170.803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0,0292 $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0,0258 $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119.518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0,0193 $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101.937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0,0171 $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0,0152 $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0,0127 $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0,0084 $ · media 0,010 $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0,33 $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GRATUITO DE OPENCODE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 (con límites de uso y la lista cambia)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LLM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lenguaje: predice la palabra (token) siguiente.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78308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modelo tiene delante en cada paso.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496312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209544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3922776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4636008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48640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77240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190488" y="5349240"/>
            <a:ext cx="5468112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419088" y="53492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7818120" y="731520"/>
            <a:ext cx="3611880" cy="4069080"/>
          </a:xfrm>
          <a:prstGeom prst="roundRect">
            <a:avLst>
              <a:gd name="adj" fmla="val 4051"/>
            </a:avLst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001000" y="9144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097280"/>
            <a:ext cx="2880360" cy="28803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818120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1C2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te ha parecido? Valóralo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818120" y="4498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· anónimo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7589520" y="4892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…/taller_semana_ia_2026/#/valorar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 falla la demo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 cada demostración, con el modelo gratuito de opencode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bucle ReAct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2864944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2755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472117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lista, lee los tres ficheros y responde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2206104"/>
          </a:xfrm>
          <a:prstGeom prst="roundRect">
            <a:avLst>
              <a:gd name="adj" fmla="val 3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20963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406233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el .env: lo impide el programa, no el modelo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55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6184" y="1773936"/>
            <a:ext cx="8339328" cy="3911707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8" y="1828800"/>
            <a:ext cx="8229600" cy="380197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81048" y="5767939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solo devuelve un JSON; la cuenta la hace nuestro código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56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227564" y="310896"/>
            <a:ext cx="1415491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27564" y="310896"/>
            <a:ext cx="14154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F.2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2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AGENTS.md: un aviso a su manera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602814"/>
          </a:xfrm>
          <a:prstGeom prst="roundRect">
            <a:avLst>
              <a:gd name="adj" fmla="val 45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2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4930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459046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AGENTS.md: formato, firma y fechas como pide la norma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57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3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escribir / salen los comandos del proyecto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3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/informe-semanal: 3 diapositivas y totales que cuadran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F.4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702698" y="310896"/>
            <a:ext cx="1940357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02698" y="310896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F.4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f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la skill acta-reunion sin que el encargo la nombre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f4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5568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acta y la valida: ACTA VÁLIDA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web personal en un archivo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59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552737" y="310896"/>
            <a:ext cx="2090318" cy="310896"/>
          </a:xfrm>
          <a:prstGeom prst="roundRect">
            <a:avLst>
              <a:gd name="adj" fmla="val 5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552737" y="310896"/>
            <a:ext cx="20903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DIRECTO · EJ 01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565410"/>
          </a:xfrm>
          <a:prstGeom prst="roundRect">
            <a:avLst>
              <a:gd name="adj" fmla="val 20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ej0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455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42164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encargo, en modo interactivo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3510153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ej01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34004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5366385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que ha hecho, en el navegador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EJ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directo falla: lo que se ve en pantalla, paso a paso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60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077602" y="310896"/>
            <a:ext cx="1565453" cy="310896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77602" y="310896"/>
            <a:ext cx="15654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· EJ 10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93776" y="1773936"/>
            <a:ext cx="5550408" cy="3856996"/>
          </a:xfrm>
          <a:prstGeom prst="roundRect">
            <a:avLst>
              <a:gd name="adj" fmla="val 18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1" name="Image 1" descr="/home/jlasheras@tcsa.local/taller_semana_ia_2026/wiki/img/demo_ej1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40680" cy="37472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7132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la inyección y no la obedece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63056" y="1773936"/>
            <a:ext cx="5550408" cy="1864347"/>
          </a:xfrm>
          <a:prstGeom prst="roundRect">
            <a:avLst>
              <a:gd name="adj" fmla="val 39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pic>
        <p:nvPicPr>
          <p:cNvPr id="14" name="Image 2" descr="/home/jlasheras@tcsa.local/taller_semana_ia_2026/wiki/img/demo_ej10_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440680" cy="175461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720579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comprobador: ningún borrador va al atacante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2026-10-23T12:21:50Z</dcterms:created>
  <dcterms:modified xsi:type="dcterms:W3CDTF">2026-10-23T12:21:50Z</dcterms:modified>
</cp:coreProperties>
</file>